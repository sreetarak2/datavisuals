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20"/>
  </p:notesMasterIdLst>
  <p:sldIdLst>
    <p:sldId id="310" r:id="rId2"/>
    <p:sldId id="258" r:id="rId3"/>
    <p:sldId id="311" r:id="rId4"/>
    <p:sldId id="330" r:id="rId5"/>
    <p:sldId id="331" r:id="rId6"/>
    <p:sldId id="323" r:id="rId7"/>
    <p:sldId id="324" r:id="rId8"/>
    <p:sldId id="325" r:id="rId9"/>
    <p:sldId id="332" r:id="rId10"/>
    <p:sldId id="334" r:id="rId11"/>
    <p:sldId id="336" r:id="rId12"/>
    <p:sldId id="333" r:id="rId13"/>
    <p:sldId id="339" r:id="rId14"/>
    <p:sldId id="340" r:id="rId15"/>
    <p:sldId id="335" r:id="rId16"/>
    <p:sldId id="337" r:id="rId17"/>
    <p:sldId id="338" r:id="rId18"/>
    <p:sldId id="32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3ABAA44-4396-47F1-BF52-5CC2C5F79C83}">
          <p14:sldIdLst>
            <p14:sldId id="310"/>
            <p14:sldId id="258"/>
            <p14:sldId id="311"/>
            <p14:sldId id="330"/>
            <p14:sldId id="331"/>
            <p14:sldId id="323"/>
            <p14:sldId id="324"/>
            <p14:sldId id="325"/>
            <p14:sldId id="332"/>
            <p14:sldId id="334"/>
            <p14:sldId id="336"/>
            <p14:sldId id="333"/>
            <p14:sldId id="339"/>
            <p14:sldId id="340"/>
            <p14:sldId id="335"/>
            <p14:sldId id="337"/>
            <p14:sldId id="338"/>
            <p14:sldId id="3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3372" autoAdjust="0"/>
  </p:normalViewPr>
  <p:slideViewPr>
    <p:cSldViewPr snapToGrid="0">
      <p:cViewPr varScale="1">
        <p:scale>
          <a:sx n="82" d="100"/>
          <a:sy n="82" d="100"/>
        </p:scale>
        <p:origin x="321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41CB8B-9A0B-4789-AA16-21FD85562D02}" type="datetimeFigureOut">
              <a:rPr lang="en-US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6D7AF74-2339-4E63-B715-1FF6BBDB8B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D7AF74-2339-4E63-B715-1FF6BBDB8B4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6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D7AF74-2339-4E63-B715-1FF6BBDB8B4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6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F33B-ECD8-4CE2-201C-CBA88914A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5E6EB-E318-C569-A62B-37824E2BC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AAFD-9F66-F451-EF47-552B9568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AD0836-F5EF-429E-9CA7-34269BB16BEB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F0FB7-65AE-EBA2-EF06-D1AE89EA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629A7-6D6D-64A8-6D1D-504ECE95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347E34-9B8B-4DC4-B3D1-5FF64A7D9D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83892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4E2C-F1BD-E45B-F288-A5B03D37E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E68C5-D303-09CE-3D16-6EBFA025D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F49-4D7D-1B14-3051-3610C043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7A05AD-15BE-4008-AEEA-D7FA977D7B1C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11CD0-783F-67CF-A846-3D1ED63A6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EEC09-9777-BBAE-21D1-6BAFA504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53FA3-E8C3-4724-8AB2-FBD186A14C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6456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4DEB-C88A-7930-07C5-1505BBF2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3E3E8-AF43-0D25-BF1D-C9C3D741A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B74C7-D6D2-9422-11A9-BE92B1F1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2CBAA4-0496-414B-9D0B-352D161D6770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E2E5B-EAD7-CE49-A36D-9252380D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DC418-162C-7BF0-68BF-16F35E05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E27EC3-5FC3-4FBD-AF27-193773D8B8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24335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4599-F6AB-083C-17E9-2C6407B8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B1CEE-212A-5404-16AC-04300ECB8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B5240-600E-AD4B-58E3-7489465D3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85893-49B3-A0FC-7560-01468BAA5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CC38C6-54BB-4FFC-AFC6-5A36932E5598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74A23-49A9-AB8A-EBEA-5B03B889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01040-26B8-C31A-3F93-6531B776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F60336-55D7-4D83-864A-65378EAC89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65686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AF80-112A-5173-DFAF-99E57C35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5BCBF-EE80-599C-A076-5E73E3D18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4EDF4-DF41-5CE9-8BB6-1F85B74D4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5CC63-5C66-9E83-4EF2-EFED305A6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9EB21-92DE-D2FD-97BB-1DBA52188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BFD61-FADF-361D-7FC4-640FE3D56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DC640A-516A-43F9-B66D-F58070D9E57B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B8CF8-2DAB-EF49-6C09-31DB3F7B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797FD7-DBCE-472C-C330-A32E8EE3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0FDFCC-FA33-4AA3-A85A-47B0596F2B1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35798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F203-2F3D-89B2-6886-EBC53748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906275-E17A-594E-9556-673D9CF1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A73D87-571A-4825-B460-5BD534548857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8C9EF-E81E-B2FD-2F7D-691AF31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6A40F-229F-2C7D-D006-9935EFA9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A25E56-6828-4F81-A4E1-3F118DCD55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23308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927DFA-590A-B535-499D-9710F475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E5BEA6-927D-4820-A050-6663FCF1AC65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4EC2F-7421-1A68-9ABA-11EB9F36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64B2A-6E1F-E7EE-430C-4CFA2160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924FD7-78B4-40D7-8788-C7D56B83139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50843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AEAE-AAAA-1574-E2DE-2358E56A9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627D-CB92-9A1D-FC62-23AFDC53C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B350C-9C6C-DC39-CEAA-B42D2DC35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5E1F3-8399-D70F-C741-1A5C0FB1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6E4105-9996-4E9D-B342-4BB880A181A6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DD86E-EB4B-C451-3028-6ABD9A59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A88EB-0FBD-026B-FFF5-4C7569C8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15FB1-BA12-4819-BA78-4E2819A9F0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49124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1C2-0B2C-C0DE-AA39-B21B244C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ABE701-21D9-8107-D650-1C71CF19C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82105-2153-EE9D-F098-6F91D8F34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02B9A-CD95-A941-47C7-2E0EC13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104DB3-9FA0-431C-ABDD-AD6E0FFCBAFA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87F3D-33DA-8484-3AF3-62912375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E3D79-1E31-E6A6-A0B1-0433BF09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3C046C-5611-407F-9948-C525BFEF03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3884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ED57-5FDF-1D89-8A42-C9355ED4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C37F3-0D32-837F-F6A1-40163DAAF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5535D-EB5A-F8DB-E278-17F8F6784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B9C6B6-C766-42C4-91B2-15C37033139C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658FA-D246-4ECB-9E24-20C3BB41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67B23-2B40-EFB1-F6EC-5B0E29CA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F1864F-690D-4EE0-9C72-E7A489F9B0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17417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B8D7E8-11D6-7902-EEA2-C75493447A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657EB-1DC4-57BD-E299-ACB5C9628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40E8E-6DD0-6949-BC30-F12D2CC26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48ACD1-E50E-476C-9D7A-857AA16FDB9A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C6D4F-AADF-B6EA-4C45-53B8ACFE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4D26A-AA93-E3F2-9C27-9F9E93F4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D0037F-446A-439D-B171-32C2E9A8128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3389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F684F1-8A0B-7A6A-C6D9-592DFB85D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792EC-4E21-DC48-8B7C-11BDB9684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9F048-96FF-DD2F-B8C4-9051CAF22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958D706-2828-42C5-9973-E99CCB06544E}" type="datetimeFigureOut">
              <a:rPr lang="en-US" smtClean="0"/>
              <a:pPr>
                <a:defRPr/>
              </a:pPr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A97F6-EB7D-7CC3-79F7-C25C548B3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620C4-F4B9-70C6-F4A8-B48CF9821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F822DE-7756-4CD5-B6F8-E6FB306897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sedeo2\Desktop\Cerficate 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44463" y="28775"/>
            <a:ext cx="12480926" cy="683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ounded Rectangle 6"/>
          <p:cNvSpPr/>
          <p:nvPr/>
        </p:nvSpPr>
        <p:spPr>
          <a:xfrm>
            <a:off x="1117600" y="2895600"/>
            <a:ext cx="10160000" cy="9906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Batch No: AA10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/>
              <a:t>Project Title: </a:t>
            </a:r>
            <a:r>
              <a:rPr lang="en-US" b="1" dirty="0" err="1"/>
              <a:t>DataSage</a:t>
            </a:r>
            <a:r>
              <a:rPr lang="en-US" b="1" dirty="0"/>
              <a:t> AI: AI for Deep Data Insights &amp; Exploration</a:t>
            </a:r>
            <a:endParaRPr lang="en-IN" b="1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92639"/>
              </p:ext>
            </p:extLst>
          </p:nvPr>
        </p:nvGraphicFramePr>
        <p:xfrm>
          <a:off x="965201" y="3990109"/>
          <a:ext cx="6604000" cy="2456873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97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3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S.No</a:t>
                      </a:r>
                      <a:endParaRPr lang="en-US" sz="14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121920" marR="1219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Reg.No</a:t>
                      </a:r>
                      <a:endParaRPr lang="en-US" sz="14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121920" marR="1219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Student </a:t>
                      </a:r>
                      <a:r>
                        <a:rPr lang="en-US" sz="14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Name</a:t>
                      </a:r>
                      <a:endParaRPr lang="en-US" sz="140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121920" marR="12192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6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22A81A6122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JAKKANI SREE TARAKA VAMSI KRISHNA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6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22A81A6160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TIRUVEEDHULA L.N.V.S.M.L.DHEERAJ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29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22A81A6115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DAGULURI RAJU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29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4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22A81A6116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DAMISETTI PRAGATHI LAKSHMI DEVI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2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22A81A6144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NARAGANA KRISHNA SRI CHAITANYA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2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22A81A6127</a:t>
                      </a:r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KALAVAKANTI BHAVYA NAGA SRI</a:t>
                      </a:r>
                      <a:endParaRPr lang="en-US" sz="1400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12857501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726420"/>
              </p:ext>
            </p:extLst>
          </p:nvPr>
        </p:nvGraphicFramePr>
        <p:xfrm>
          <a:off x="7924800" y="5029200"/>
          <a:ext cx="3149600" cy="74168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14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Project Guide</a:t>
                      </a:r>
                    </a:p>
                  </a:txBody>
                  <a:tcPr marL="121920" marR="12192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Mrs. G. Venkata Lakshmi</a:t>
                      </a:r>
                      <a:endParaRPr lang="en-US" dirty="0"/>
                    </a:p>
                  </a:txBody>
                  <a:tcPr marL="121920" marR="121920">
                    <a:gradFill flip="none" rotWithShape="1">
                      <a:gsLst>
                        <a:gs pos="0">
                          <a:srgbClr val="00B0F0">
                            <a:tint val="66000"/>
                            <a:satMod val="160000"/>
                          </a:srgbClr>
                        </a:gs>
                        <a:gs pos="50000">
                          <a:srgbClr val="00B0F0">
                            <a:tint val="44500"/>
                            <a:satMod val="160000"/>
                          </a:srgbClr>
                        </a:gs>
                        <a:gs pos="100000">
                          <a:srgbClr val="00B0F0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t="100000" r="100000"/>
                      </a:path>
                      <a:tileRect l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54" name="Rectangle 15"/>
          <p:cNvSpPr>
            <a:spLocks noChangeArrowheads="1"/>
          </p:cNvSpPr>
          <p:nvPr/>
        </p:nvSpPr>
        <p:spPr bwMode="auto">
          <a:xfrm>
            <a:off x="3027680" y="2243875"/>
            <a:ext cx="647192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alisto MT" pitchFamily="18" charset="0"/>
              </a:rPr>
              <a:t>               Major Project Review-2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82859" y="614597"/>
            <a:ext cx="1309141" cy="86942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07424" y="1695450"/>
            <a:ext cx="8715474" cy="508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3030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825" y="122238"/>
            <a:ext cx="10745788" cy="628650"/>
          </a:xfrm>
        </p:spPr>
        <p:txBody>
          <a:bodyPr rtlCol="0"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II - Contents</a:t>
            </a:r>
            <a:b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770" y="669472"/>
            <a:ext cx="12456659" cy="528162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b="1" dirty="0">
                <a:latin typeface="Times" pitchFamily="18" charset="0"/>
                <a:cs typeface="Times New Roman" panose="02020603050405020304" pitchFamily="18" charset="0"/>
              </a:rPr>
              <a:t>Abstract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b="1" dirty="0">
                <a:latin typeface="Times" pitchFamily="18" charset="0"/>
                <a:cs typeface="Times New Roman" panose="02020603050405020304" pitchFamily="18" charset="0"/>
              </a:rPr>
              <a:t> System Architecture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b="1" dirty="0">
                <a:latin typeface="Times" pitchFamily="18" charset="0"/>
                <a:cs typeface="Times New Roman" panose="02020603050405020304" pitchFamily="18" charset="0"/>
              </a:rPr>
              <a:t> Methodology 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IN" sz="2000" b="1" dirty="0">
                <a:latin typeface="Times" pitchFamily="18" charset="0"/>
                <a:cs typeface="Times New Roman" panose="02020603050405020304" pitchFamily="18" charset="0"/>
              </a:rPr>
              <a:t>Design (</a:t>
            </a:r>
            <a:r>
              <a:rPr lang="en-US" sz="2000" b="1" dirty="0">
                <a:latin typeface="Times" pitchFamily="18" charset="0"/>
              </a:rPr>
              <a:t>UML Diagrams)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b="1" dirty="0">
                <a:latin typeface="Times" pitchFamily="18" charset="0"/>
                <a:cs typeface="Times New Roman" panose="02020603050405020304" pitchFamily="18" charset="0"/>
              </a:rPr>
              <a:t>Implementation 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b="1" dirty="0">
                <a:latin typeface="Times" pitchFamily="18" charset="0"/>
                <a:cs typeface="Times New Roman" panose="02020603050405020304" pitchFamily="18" charset="0"/>
              </a:rPr>
              <a:t>Result Analysis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b="1" dirty="0">
                <a:latin typeface="Times" pitchFamily="18" charset="0"/>
                <a:cs typeface="Times New Roman" panose="02020603050405020304" pitchFamily="18" charset="0"/>
              </a:rPr>
              <a:t>Attainment of objective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b="1" dirty="0">
                <a:latin typeface="Times" pitchFamily="18" charset="0"/>
                <a:cs typeface="Times New Roman" panose="02020603050405020304" pitchFamily="18" charset="0"/>
              </a:rPr>
              <a:t>Conclusion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b="1" dirty="0">
                <a:latin typeface="Times" pitchFamily="18" charset="0"/>
                <a:cs typeface="Times New Roman" panose="02020603050405020304" pitchFamily="18" charset="0"/>
              </a:rPr>
              <a:t>Future scope of Project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9704-F631-37AE-CF31-CD7549CB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1C317F-DFEB-45BB-1A96-C3B0595D43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6226"/>
            <a:ext cx="1091960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DataSageAI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platform that simplifies complex data analysis for users with minimal technical skills. It provides an easy and intuitive way to explore and visualize data.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generates insights, recommends suitable visualizations, and detects meaningful data patterns.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MongoDB, and a React-based UI,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DataSageAI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secure, efficient, and interactive data handling, helping users make quick, data-driven decisions.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371883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7FC2-B163-5381-DA3D-FFCC8BE16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84E551-5310-C825-56CC-127D1AE160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58558"/>
            <a:ext cx="902144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Frontend Layer: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Built using React + Vite + Tailwind CSS, it handles data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Times 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visualization, user interaction,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Times 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and API communication.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Backend Layer: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Implemented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(Python), responsible for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user authentication, file processing, and AI-driven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2824351223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2EA31-10EC-C1F5-A6C8-BD10EECF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B4943-DE81-468D-A26B-BBAD7D6F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8ABCD2-167B-50B3-873B-2FE90D2C6F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52696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b="1" dirty="0">
                <a:latin typeface="Times "/>
              </a:rPr>
              <a:t>  Database Layer: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br>
              <a:rPr lang="en-US" altLang="en-US" dirty="0">
                <a:latin typeface="Times "/>
              </a:rPr>
            </a:br>
            <a:r>
              <a:rPr lang="en-US" altLang="en-US" dirty="0">
                <a:latin typeface="Times "/>
              </a:rPr>
              <a:t>     MongoDB stores metadata, user info, and dataset summaries, 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Times "/>
              </a:rPr>
              <a:t>     while large files are stored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Times "/>
              </a:rPr>
              <a:t>     efficiently on disk.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dirty="0">
              <a:latin typeface="Times 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b="1" dirty="0">
                <a:latin typeface="Times "/>
              </a:rPr>
              <a:t>  AI Service: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br>
              <a:rPr lang="en-US" altLang="en-US" dirty="0">
                <a:latin typeface="Times "/>
              </a:rPr>
            </a:br>
            <a:r>
              <a:rPr lang="en-US" altLang="en-US" dirty="0">
                <a:latin typeface="Times "/>
              </a:rPr>
              <a:t>     Provides intelligent recommendations using statistical 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Times "/>
              </a:rPr>
              <a:t>     and machine-learning algorithms for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Times "/>
              </a:rPr>
              <a:t>     insight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8086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5BCD0-C92F-CB68-7015-2D236ACC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91549D-8603-2A79-1262-5F480CE45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2470" y="1564739"/>
            <a:ext cx="8423566" cy="5152937"/>
          </a:xfrm>
        </p:spPr>
      </p:pic>
    </p:spTree>
    <p:extLst>
      <p:ext uri="{BB962C8B-B14F-4D97-AF65-F5344CB8AC3E}">
        <p14:creationId xmlns:p14="http://schemas.microsoft.com/office/powerpoint/2010/main" val="412229982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046A-5368-A318-C80C-CEA06BB2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764"/>
            <a:ext cx="10515600" cy="1325563"/>
          </a:xfrm>
        </p:spPr>
        <p:txBody>
          <a:bodyPr/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ECA151-FD87-AE23-38AE-3F608713B2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8188" y="1656183"/>
            <a:ext cx="969688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Data Acquisition: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 User uploads dataset (CSV, Excel, or JSON).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Preprocessing: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 System performs data validation, type detection, and summary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 statistics.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AI Analysis: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 AI model identifies key relationships and recommends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Times 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visualizations.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Visualization Generation: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Charts are rendered dynamically using Plotly.js.</a:t>
            </a:r>
          </a:p>
        </p:txBody>
      </p:sp>
    </p:spTree>
    <p:extLst>
      <p:ext uri="{BB962C8B-B14F-4D97-AF65-F5344CB8AC3E}">
        <p14:creationId xmlns:p14="http://schemas.microsoft.com/office/powerpoint/2010/main" val="2177920877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046A-5368-A318-C80C-CEA06BB2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D151B-CE14-74B6-0E04-9C69AFF25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b="1" dirty="0">
                <a:latin typeface="Times "/>
              </a:rPr>
              <a:t>  User Interaction: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br>
              <a:rPr lang="en-US" altLang="en-US" dirty="0">
                <a:latin typeface="Times "/>
              </a:rPr>
            </a:br>
            <a:r>
              <a:rPr lang="en-US" altLang="en-US" dirty="0">
                <a:latin typeface="Times "/>
              </a:rPr>
              <a:t>     User can query data in natural language and refine insights.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dirty="0">
              <a:latin typeface="Times 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b="1" dirty="0">
                <a:latin typeface="Times "/>
              </a:rPr>
              <a:t>  Feedback Loop: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br>
              <a:rPr lang="en-US" altLang="en-US" dirty="0">
                <a:latin typeface="Times "/>
              </a:rPr>
            </a:br>
            <a:r>
              <a:rPr lang="en-US" altLang="en-US" dirty="0">
                <a:latin typeface="Times "/>
              </a:rPr>
              <a:t>     User selections help improve model recommendations for  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Times "/>
              </a:rPr>
              <a:t>     future uploads.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729570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73DD9-66E4-B0A7-5CF8-2D3594CD3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latin typeface="Times" panose="02020603050405020304" pitchFamily="18" charset="0"/>
                <a:cs typeface="Times" panose="02020603050405020304" pitchFamily="18" charset="0"/>
              </a:rPr>
              <a:t>Design (UML Diagrams)</a:t>
            </a:r>
            <a:endParaRPr lang="en-IN" sz="66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58962C-B3E1-DC19-784B-78D2C7C06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749275040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77BF-B592-3961-0378-2A6CF211B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454"/>
            <a:ext cx="10515600" cy="1325563"/>
          </a:xfrm>
        </p:spPr>
        <p:txBody>
          <a:bodyPr/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157766-BA39-F129-14F4-D3F5C2AED4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736" y="1194222"/>
            <a:ext cx="9758680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Frontend Implementation: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"/>
            </a:endParaRPr>
          </a:p>
          <a:p>
            <a:pPr marL="0" indent="0"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Times 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1. React 18 + </a:t>
            </a:r>
            <a:r>
              <a:rPr lang="en-US" altLang="en-US" dirty="0">
                <a:latin typeface="Times "/>
              </a:rPr>
              <a:t>Java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Script + Tailwind CSS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 2. Plotly.js for interactive charts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 3. Axios for API requests.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Backend Implementation: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 1.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with Python 3.9+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   2.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Pydantic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for data validation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Times "/>
              </a:rPr>
              <a:t>     3. JWT authentication for secure login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Times "/>
              </a:rPr>
              <a:t>     4. Motor (Async MongoDB driver) for database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131727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8D748-4AAA-9F79-D3CB-E0CB179D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DFD6-1D80-4551-1039-1A7B32A1D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dirty="0">
                <a:latin typeface="Times" panose="02020603050405020304" pitchFamily="18" charset="0"/>
                <a:cs typeface="Times" panose="02020603050405020304" pitchFamily="18" charset="0"/>
              </a:rPr>
              <a:t>Implementation</a:t>
            </a:r>
            <a:endParaRPr lang="en-IN" sz="66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154F03-04EE-B667-0B95-F7311A5587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28052"/>
            <a:ext cx="975868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  AI Component:</a:t>
            </a: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algn="just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dirty="0">
                <a:latin typeface="Arial" panose="020B0604020202020204" pitchFamily="34" charset="0"/>
              </a:rPr>
              <a:t>    	AI algorithms analyze datasets and suggest optimal 	visualization Integration with NLP models for text-	based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491842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2B5D-3B49-E632-B91F-27FA1150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BF08DD-ADD8-F70D-378B-93A0E25B05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7419" y="1839314"/>
            <a:ext cx="949451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Successfully uploaded and analyzed multiple datasets </a:t>
            </a:r>
            <a:r>
              <a:rPr lang="en-US" altLang="en-US" dirty="0">
                <a:latin typeface="Times "/>
              </a:rPr>
              <a:t>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(CSV/Excel).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Generated appropriate visualizations automatically (bar, line,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Times 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pie, scatter).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AI accurately recommended relevant charts for different data types.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Reduced manual effort for non-technical users by up to 60%.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Achieved average response time below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2 seconds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for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Times 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medium-sized datasets.</a:t>
            </a:r>
          </a:p>
        </p:txBody>
      </p:sp>
    </p:spTree>
    <p:extLst>
      <p:ext uri="{BB962C8B-B14F-4D97-AF65-F5344CB8AC3E}">
        <p14:creationId xmlns:p14="http://schemas.microsoft.com/office/powerpoint/2010/main" val="3840316171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9C035-C88D-3783-D67D-05D38C02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Result Analysis</a:t>
            </a:r>
            <a:endParaRPr lang="en-IN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E26252-F38D-490B-2CB0-BDBAA3DAA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0680"/>
            <a:ext cx="8724487" cy="4351338"/>
          </a:xfrm>
        </p:spPr>
      </p:pic>
    </p:spTree>
    <p:extLst>
      <p:ext uri="{BB962C8B-B14F-4D97-AF65-F5344CB8AC3E}">
        <p14:creationId xmlns:p14="http://schemas.microsoft.com/office/powerpoint/2010/main" val="2842529270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80FC-2556-0360-645E-15331CB1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0F1B11-F1E2-00D3-12E8-C23361C7E3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22" y="1732437"/>
            <a:ext cx="8724487" cy="4351338"/>
          </a:xfrm>
        </p:spPr>
      </p:pic>
    </p:spTree>
    <p:extLst>
      <p:ext uri="{BB962C8B-B14F-4D97-AF65-F5344CB8AC3E}">
        <p14:creationId xmlns:p14="http://schemas.microsoft.com/office/powerpoint/2010/main" val="2675106548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A6F9-5E0D-C685-0E3B-41F8806D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091"/>
            <a:ext cx="10515600" cy="1325563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Attainment of objective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E3CF42-E5DD-C3B1-3CBF-35603617FC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09823"/>
              </p:ext>
            </p:extLst>
          </p:nvPr>
        </p:nvGraphicFramePr>
        <p:xfrm>
          <a:off x="1041400" y="1555115"/>
          <a:ext cx="10515600" cy="4937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2538604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813731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89268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"/>
                        </a:rPr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"/>
                        </a:rPr>
                        <a:t>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81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Automate data visualization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Intelligent chart suggestions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370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Enable natural language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"/>
                        </a:rPr>
                        <a:t>Integrated NLP module for text-based querying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072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Ensure data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JWT &amp; </a:t>
                      </a:r>
                      <a:r>
                        <a:rPr lang="en-IN" sz="2400" dirty="0" err="1">
                          <a:latin typeface="Times "/>
                        </a:rPr>
                        <a:t>bcrypt</a:t>
                      </a:r>
                      <a:r>
                        <a:rPr lang="en-IN" sz="2400" dirty="0">
                          <a:latin typeface="Times "/>
                        </a:rPr>
                        <a:t> authentication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746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Improve accessibility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User-friendly React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295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Support multiple file formats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"/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"/>
                        </a:rPr>
                        <a:t>CSV, Excel, and JSON 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194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903851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FB3C-3BF8-2596-86B3-78B83D8A3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487"/>
            <a:ext cx="10515600" cy="1325563"/>
          </a:xfrm>
        </p:spPr>
        <p:txBody>
          <a:bodyPr/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D2BE60-31C7-C45E-DCA1-F0E6BE04E1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8585" y="1597160"/>
            <a:ext cx="994156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"/>
              </a:rPr>
              <a:t>  This project successfully engineered </a:t>
            </a:r>
            <a:r>
              <a:rPr lang="en-US" altLang="en-US" sz="2400" dirty="0" err="1">
                <a:latin typeface="Times "/>
              </a:rPr>
              <a:t>DataSage</a:t>
            </a:r>
            <a:r>
              <a:rPr lang="en-US" altLang="en-US" sz="2400" dirty="0">
                <a:latin typeface="Times "/>
              </a:rPr>
              <a:t> AI, a fully dynamic, AI-driven analytics platform that empowers users to transform raw data into actionable intelligence.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"/>
              </a:rPr>
              <a:t>  By integrating a sophisticated multi-model AI engine with a high-performance </a:t>
            </a:r>
            <a:r>
              <a:rPr lang="en-US" altLang="en-US" sz="2400" dirty="0" err="1">
                <a:latin typeface="Times "/>
              </a:rPr>
              <a:t>FastAPI</a:t>
            </a:r>
            <a:r>
              <a:rPr lang="en-US" altLang="en-US" sz="2400" dirty="0">
                <a:latin typeface="Times "/>
              </a:rPr>
              <a:t> and Polars backend, the system automates the entire analytical workflow from generating context-aware KPIs and visualizations to surfacing complex data patterns through a conversational chat interface.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Times "/>
              </a:rPr>
              <a:t>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"/>
              </a:rPr>
              <a:t>  The architecture's core innovation is its server-side hydration model, where the AI acts as an expert analyst to design a complete dashboard, which is then fully rendered on the backend before being delivered to a lightweight React and </a:t>
            </a:r>
            <a:r>
              <a:rPr lang="en-US" altLang="en-US" sz="2400" dirty="0" err="1">
                <a:latin typeface="Times "/>
              </a:rPr>
              <a:t>Plotly</a:t>
            </a:r>
            <a:r>
              <a:rPr lang="en-US" altLang="en-US" sz="2400" dirty="0">
                <a:latin typeface="Times "/>
              </a:rPr>
              <a:t> frontend.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"/>
            </a:endParaRPr>
          </a:p>
        </p:txBody>
      </p:sp>
    </p:spTree>
    <p:extLst>
      <p:ext uri="{BB962C8B-B14F-4D97-AF65-F5344CB8AC3E}">
        <p14:creationId xmlns:p14="http://schemas.microsoft.com/office/powerpoint/2010/main" val="981135931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6E27-3090-520D-EBC6-9FFDE875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Of Project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940BD7-77B1-A730-D0C0-F0EA37FEB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3779" y="2004342"/>
            <a:ext cx="983742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Integrate predictive analytics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machine learning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Times 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forecasting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Add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multi-user collaboration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role-based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Times 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access control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Support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real-time streaming data visualization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Include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automated report generation (PDF/Excel)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 Develop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mobile-responsive dashboard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 for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Times 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"/>
              </a:rPr>
              <a:t>analytics on-the-go.</a:t>
            </a:r>
          </a:p>
        </p:txBody>
      </p:sp>
    </p:spTree>
    <p:extLst>
      <p:ext uri="{BB962C8B-B14F-4D97-AF65-F5344CB8AC3E}">
        <p14:creationId xmlns:p14="http://schemas.microsoft.com/office/powerpoint/2010/main" val="2994797566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CE21-2819-0D6D-AF57-081F8158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9411"/>
            <a:ext cx="10625488" cy="3821229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           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THANK YOU</a:t>
            </a:r>
            <a:b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      ANY QUERIES??</a:t>
            </a:r>
            <a:endParaRPr lang="en-IN" sz="96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F5948-F3C6-EFD0-BE70-CBD4CC4F5DB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2021305" y="4324149"/>
            <a:ext cx="8633854" cy="8422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176563023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940</TotalTime>
  <Words>795</Words>
  <Application>Microsoft Office PowerPoint</Application>
  <PresentationFormat>Widescreen</PresentationFormat>
  <Paragraphs>143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Calisto MT</vt:lpstr>
      <vt:lpstr>Times</vt:lpstr>
      <vt:lpstr>Times </vt:lpstr>
      <vt:lpstr>Times New Roman</vt:lpstr>
      <vt:lpstr>Office Theme</vt:lpstr>
      <vt:lpstr>PowerPoint Presentation</vt:lpstr>
      <vt:lpstr> Major Project Review II - Contents </vt:lpstr>
      <vt:lpstr>Abstract</vt:lpstr>
      <vt:lpstr>System Architecture</vt:lpstr>
      <vt:lpstr>System Architecture</vt:lpstr>
      <vt:lpstr>System Architecture</vt:lpstr>
      <vt:lpstr>Methodology</vt:lpstr>
      <vt:lpstr>Methodology</vt:lpstr>
      <vt:lpstr>Design (UML Diagrams)</vt:lpstr>
      <vt:lpstr>Implementation</vt:lpstr>
      <vt:lpstr>Implementation</vt:lpstr>
      <vt:lpstr>Result Analysis</vt:lpstr>
      <vt:lpstr>Result Analysis</vt:lpstr>
      <vt:lpstr>Result Analysis</vt:lpstr>
      <vt:lpstr>Attainment of objective</vt:lpstr>
      <vt:lpstr>Conclusion</vt:lpstr>
      <vt:lpstr>Future Scope Of Project</vt:lpstr>
      <vt:lpstr>             THANK YOU       ANY QUERIES??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Machine Learning.</dc:title>
  <dc:creator>CAIML</dc:creator>
  <cp:lastModifiedBy>krishna chaitanya</cp:lastModifiedBy>
  <cp:revision>96</cp:revision>
  <dcterms:created xsi:type="dcterms:W3CDTF">2021-05-22T09:16:38Z</dcterms:created>
  <dcterms:modified xsi:type="dcterms:W3CDTF">2025-10-24T08:35:53Z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2021-07-02T18:27:27Z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a45faa05-55e5-4ac1-8791-579d4098f2cd</vt:lpwstr>
  </property>
  <property fmtid="{D5CDD505-2E9C-101B-9397-08002B2CF9AE}" pid="8" name="MSIP_Label_ea60d57e-af5b-4752-ac57-3e4f28ca11dc_ContentBits">
    <vt:lpwstr>0</vt:lpwstr>
  </property>
</Properties>
</file>